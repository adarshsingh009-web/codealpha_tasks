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220"/>
              </a:solidFill>
              <a:effectLst/>
            </c:spPr>
          </c:dPt>
          <c:dPt>
            <c:idx val="1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bubble3D val="0"/>
            <c:spPr>
              <a:solidFill>
                <a:srgbClr val="D9A441"/>
              </a:solidFill>
              <a:effectLst/>
            </c:spPr>
          </c:dPt>
          <c:dPt>
            <c:idx val="4"/>
            <c:bubble3D val="0"/>
            <c:spPr>
              <a:solidFill>
                <a:srgbClr val="C9C2A8"/>
              </a:solidFill>
              <a:effectLst/>
            </c:spPr>
          </c:dPt>
          <c:dPt>
            <c:idx val="5"/>
            <c:bubble3D val="0"/>
            <c:spPr>
              <a:solidFill>
                <a:srgbClr val="8A9A7E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Paid Social Ads</c:v>
                </c:pt>
                <c:pt idx="1">
                  <c:v>Influencer Partnerships</c:v>
                </c:pt>
                <c:pt idx="2">
                  <c:v>Content Production</c:v>
                </c:pt>
                <c:pt idx="3">
                  <c:v>Search &amp; Shopping Ads</c:v>
                </c:pt>
                <c:pt idx="4">
                  <c:v>Tools &amp; Analytics</c:v>
                </c:pt>
                <c:pt idx="5">
                  <c:v>Contingency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630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CAMPAIGN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GlowLeaf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Organic, Plant-Based Skincare — “Real Ingredients, Real Glow” Launch Campaign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434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Internship Program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Digital Launch Campaign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Strategic Focus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GlowLeaf is a D2C organic skincare brand entering a crowded beauty market. This 12-week digital campaign builds brand awareness, drives qualified traffic, and converts first-time buyers into a loyal community — using social content, influencer partnerships, and performance 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4EE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Awareness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2M+ people in target demographics across social platforms in 12 weeks.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514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AF9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383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Engagement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023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Instagram &amp; TikTok following by 40% via UGC and educational content.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4EE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383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Leads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023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25,000 email/WhatsApp opt-ins through lead magnets &amp; giveaways.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89720" y="25146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AF9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7260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383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Sales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4023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6,000+ first-purchase conversions at a target CPA under ₹350.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POSITIONING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Talking 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0" cy="4297680"/>
          </a:xfrm>
          <a:prstGeom prst="roundRect">
            <a:avLst>
              <a:gd name="adj" fmla="val 2273"/>
            </a:avLst>
          </a:prstGeom>
          <a:solidFill>
            <a:srgbClr val="1E422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Mindful Shopper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22–35, urban &amp; metro India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clean-label, cruelty-free products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Instagram, TikTok &amp; YouTube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by reviews &amp; creator recommendations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a premium for sustainability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210312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E4EED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66360" y="2212848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conscious millennials who refuse to compromise on ingredients, GlowLeaf is the skincare brand that delivers visible results with 100% traceable, plant-based formulas — unlike mass-market brands that hide behind vague ‘natural’ claims.”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566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92040" y="3977640"/>
            <a:ext cx="6766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977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plant-based ingredients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4663440"/>
            <a:ext cx="6766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4663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663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Parabens, sulphates or silicones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92040" y="5349240"/>
            <a:ext cx="6766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5349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5349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Farm-to-formula sourcing window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Strategy &amp; Posting Cadence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1E4220"/>
          </a:solidFill>
          <a:ln/>
        </p:spPr>
      </p:sp>
      <p:sp>
        <p:nvSpPr>
          <p:cNvPr id="5" name="Shape 3"/>
          <p:cNvSpPr/>
          <p:nvPr/>
        </p:nvSpPr>
        <p:spPr>
          <a:xfrm>
            <a:off x="1243584" y="187452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3584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Reels, Carousels, Stories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4206240"/>
            <a:ext cx="1481328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343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/ week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UGC hub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52928" y="16002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E4EEDB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7872" y="18745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47872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7889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32918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trend content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72968" y="4206240"/>
            <a:ext cx="1481328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90088" y="4343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/ week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90088" y="4754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virality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57216" y="16002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AF9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18745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94376" y="27889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94376" y="32918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&amp; tutorial clips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77256" y="4206240"/>
            <a:ext cx="1481328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94376" y="4343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/ week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94376" y="4754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education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61504" y="16002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E4EEDB"/>
          </a:solidFill>
          <a:ln/>
        </p:spPr>
      </p:sp>
      <p:sp>
        <p:nvSpPr>
          <p:cNvPr id="29" name="Shape 27"/>
          <p:cNvSpPr/>
          <p:nvPr/>
        </p:nvSpPr>
        <p:spPr>
          <a:xfrm>
            <a:off x="8156448" y="18745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5644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27889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98664" y="32918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pins, mood boards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81544" y="4206240"/>
            <a:ext cx="1481328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98664" y="4343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/ week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598664" y="4754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discovery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65792" y="16002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AF9F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60736" y="18745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460736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902952" y="27889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902952" y="32918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&amp; community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085832" y="4206240"/>
            <a:ext cx="1481328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02952" y="4343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/ week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902952" y="4754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CRM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Pillars &amp; Weekly Themes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4A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Science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really in your serum?” breakdowns, dermatologist Q&amp;As, myth-busting carousels.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4A3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85623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&amp; Reviews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10312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transformation reels, unboxing duets, “GlowLeaf on my shelf” reposts.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4A3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09651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416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&amp; Ritual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434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Morning/night routine reels, “Self-care Sunday” series, behind-the-scenes farm sourcing.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4A35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096512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0416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Launches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3434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teasers, limited bundles, founder story livestreams, festive edits.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 Strategy Across the Funnel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E4EED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92224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92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19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190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&amp; TikTok video ads, YouTube bumpers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719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interest + lookalike audiences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17190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Reach, video 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AF9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889504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889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8163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Funnel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8163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Instagram/FB carousel &amp; influencer whitelisting ads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816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visitors, engaged social users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CTR, add-to-cart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E4EED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86784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986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136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Funnel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9136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retargeting, Google Shopping, Search ads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913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abandoners, past visitors (30-day)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3913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Conversions, ROAS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AF9F5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084064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084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01091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5010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email flows, retargeting for restock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5010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purchasers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50109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rate, LTV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ESTIMATION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12-Week Budget Allocation — ₹15,00,000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60020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4652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Ads (Meta/TikTok/YT)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0058400" y="1600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₹6,75,000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2258568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E4EE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46520" y="22585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0" y="22585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₹3,30,000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916936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29169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 &amp; Shoots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9169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₹2,25,000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3575304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E4EE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46520" y="35753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Shopping Ads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0" y="35753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4233672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46520" y="4233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Scheduling &amp; Analytics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0" y="423367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489204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E4EED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46520" y="4892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Buffer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0" y="4892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12-Week Campaign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051560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3429000"/>
            <a:ext cx="640080" cy="64008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3429000"/>
            <a:ext cx="0" cy="320040"/>
          </a:xfrm>
          <a:prstGeom prst="line">
            <a:avLst/>
          </a:prstGeom>
          <a:noFill/>
          <a:ln w="12700">
            <a:solidFill>
              <a:srgbClr val="97BC6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144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&amp; Seeding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957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gifting, teaser reels, waitlist landing page 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342900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3730752"/>
            <a:ext cx="0" cy="18288"/>
          </a:xfrm>
          <a:prstGeom prst="line">
            <a:avLst/>
          </a:prstGeom>
          <a:noFill/>
          <a:ln w="12700">
            <a:solidFill>
              <a:srgbClr val="97BC6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01752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Push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63600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paid media go-live, launch reel, PR &amp; creator posts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3429000"/>
            <a:ext cx="640080" cy="64008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07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429000"/>
            <a:ext cx="0" cy="320040"/>
          </a:xfrm>
          <a:prstGeom prst="line">
            <a:avLst/>
          </a:prstGeom>
          <a:noFill/>
          <a:ln w="12700">
            <a:solidFill>
              <a:srgbClr val="97BC62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1206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Optimize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3957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ad sets, UGC amplification, retargeting flows live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W9–10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3730752"/>
            <a:ext cx="0" cy="18288"/>
          </a:xfrm>
          <a:prstGeom prst="line">
            <a:avLst/>
          </a:prstGeom>
          <a:noFill/>
          <a:ln w="12700">
            <a:solidFill>
              <a:srgbClr val="97BC62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722376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Focus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63600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WhatsApp/email nurture, restock reminders, loyalty perks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66960" y="3429000"/>
            <a:ext cx="640080" cy="640080"/>
          </a:xfrm>
          <a:prstGeom prst="ellipse">
            <a:avLst/>
          </a:prstGeom>
          <a:solidFill>
            <a:srgbClr val="1E42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669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W11–12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87000" y="3429000"/>
            <a:ext cx="0" cy="320040"/>
          </a:xfrm>
          <a:prstGeom prst="line">
            <a:avLst/>
          </a:prstGeom>
          <a:noFill/>
          <a:ln w="12700">
            <a:solidFill>
              <a:srgbClr val="97BC62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93268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Reload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3957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review, creative refresh, plan next-quarter budget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Results (12 Weeks)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Instagram, TikTok, YouTube &amp; Pinterest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Visits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ads, organic &amp; influencer content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Captured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WhatsApp opt-ins via lead magnets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6,200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purchases at target CPA ≈ ₹340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(relative width per stage)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5029200" cy="420624"/>
          </a:xfrm>
          <a:prstGeom prst="roundRect">
            <a:avLst>
              <a:gd name="adj" fmla="val 10870"/>
            </a:avLst>
          </a:prstGeom>
          <a:solidFill>
            <a:srgbClr val="D9A4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37083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87568" y="43708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24,00,000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3118104" cy="420624"/>
          </a:xfrm>
          <a:prstGeom prst="roundRect">
            <a:avLst>
              <a:gd name="adj" fmla="val 10870"/>
            </a:avLst>
          </a:prstGeom>
          <a:solidFill>
            <a:srgbClr val="97BC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9011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776472" y="49011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431536"/>
            <a:ext cx="2112264" cy="420624"/>
          </a:xfrm>
          <a:prstGeom prst="roundRect">
            <a:avLst>
              <a:gd name="adj" fmla="val 10870"/>
            </a:avLst>
          </a:prstGeom>
          <a:solidFill>
            <a:srgbClr val="97BC6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5431536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54315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61888"/>
            <a:ext cx="1207008" cy="420624"/>
          </a:xfrm>
          <a:prstGeom prst="roundRect">
            <a:avLst>
              <a:gd name="adj" fmla="val 10870"/>
            </a:avLst>
          </a:prstGeom>
          <a:solidFill>
            <a:srgbClr val="97BC6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961888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865376" y="5961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6,200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370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ROAS: 3.2x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846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return across paid social, search &amp; influencer-driven sales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target: under ₹350 vs. category average of ₹520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Email/WhatsApp list of 25K becomes a reusable retention asset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4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based on comparable D2C beauty launches in India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E4EED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4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help GlowLeaf grow — one glowing review at a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3774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23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Intern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your.email@example.com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78240" y="2377440"/>
            <a:ext cx="2377440" cy="2377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0" y="2377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2026-09-03T21:26:03Z</dcterms:created>
  <dcterms:modified xsi:type="dcterms:W3CDTF">2026-09-03T21:26:03Z</dcterms:modified>
</cp:coreProperties>
</file>